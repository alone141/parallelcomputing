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c961702e043083ba6f2cd78d9d51b8d91f9e4d51c14b982487face3a1fb6e6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0a0aad1925bd2b3c718a6d230d4bdbda61e9ba76a2677eb46810b69de75f1c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7a980b9021ec1379609f93155d6cbf3c533a3e3b1a32a16018dd80e234e52e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21244a82ec7ecf77ac2950a9b4e4cf29b3b218fd82478ae187d38ce2174c6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7884acb2a3ade36dece016d631cb8c7d697d0446613e5022d21b00844451f8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9e8573569d72d2f3749f82ebc7fe69b93a66107585ec4ec8e9249a90cc31b2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f3291a20ceae06b4572070b4821af2a6820b9852a5b23db9adfea488d8634b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ce3298be0a99d5deb2d0f29ab63f6357c9df34ae9866031299f8cff1bce8af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88439c7ddfb93f30722226b4e68c5768ca601c09f37b57e2f183879e950865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