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ebc6096c14720ea970ab5881eb7ab00197c6cb74a46e66c2cb2f99b664707a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409f364a58ce2febb84ebc5daf4c007edba15c44aee65e311a9fcbc8bf0553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027c9d1b625ad0eb733e0b8a812bdef7dd6abe65003369f1bf9892c87c2b77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bbfaac2665e01c69aae8423bb91b655dfdc545bda45b3b8f7dc5fb9e1f3adc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