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E35C7-2EE3-44C4-B2F4-490F21F21B0C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688108-71E3-470D-8EB4-3195E06CC6A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5558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88108-71E3-470D-8EB4-3195E06CC6AD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2161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88108-71E3-470D-8EB4-3195E06CC6AD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782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0" dirty="0">
                <a:solidFill>
                  <a:srgbClr val="FFFFFF"/>
                </a:solidFill>
              </a:rPr>
              <a:t>CPU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1828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0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34440"/>
            <a:ext cx="1097280" cy="914400"/>
          </a:xfrm>
          <a:prstGeom prst="rect">
            <a:avLst/>
          </a:prstGeom>
          <a:solidFill>
            <a:srgbClr val="287896"/>
          </a:solidFill>
          <a:ln w="1524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0" dirty="0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1234440"/>
            <a:ext cx="502920" cy="914400"/>
          </a:xfrm>
          <a:prstGeom prst="rect">
            <a:avLst/>
          </a:prstGeom>
          <a:solidFill>
            <a:srgbClr val="503C78"/>
          </a:solidFill>
          <a:ln w="1524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 dirty="0">
                <a:solidFill>
                  <a:srgbClr val="FFFFFF"/>
                </a:solidFill>
              </a:rPr>
              <a:t>Con
</a:t>
            </a:r>
            <a:r>
              <a:rPr sz="1400" b="0" dirty="0" err="1">
                <a:solidFill>
                  <a:srgbClr val="FFFFFF"/>
                </a:solidFill>
              </a:rPr>
              <a:t>trol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2148840"/>
            <a:ext cx="1097280" cy="256032"/>
          </a:xfrm>
          <a:prstGeom prst="rect">
            <a:avLst/>
          </a:prstGeom>
          <a:solidFill>
            <a:srgbClr val="963C32"/>
          </a:solidFill>
          <a:ln w="1016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>
                <a:solidFill>
                  <a:srgbClr val="FFFFFF"/>
                </a:solidFill>
              </a:rPr>
              <a:t>L1 Cache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234440"/>
            <a:ext cx="1097280" cy="914400"/>
          </a:xfrm>
          <a:prstGeom prst="rect">
            <a:avLst/>
          </a:prstGeom>
          <a:solidFill>
            <a:srgbClr val="287896"/>
          </a:solidFill>
          <a:ln w="1524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0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234440"/>
            <a:ext cx="502920" cy="914400"/>
          </a:xfrm>
          <a:prstGeom prst="rect">
            <a:avLst/>
          </a:prstGeom>
          <a:solidFill>
            <a:srgbClr val="503C78"/>
          </a:solidFill>
          <a:ln w="1524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 dirty="0">
                <a:solidFill>
                  <a:srgbClr val="FFFFFF"/>
                </a:solidFill>
              </a:rPr>
              <a:t>Con
</a:t>
            </a:r>
            <a:r>
              <a:rPr sz="1400" b="0" dirty="0" err="1">
                <a:solidFill>
                  <a:srgbClr val="FFFFFF"/>
                </a:solidFill>
              </a:rPr>
              <a:t>trol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6040" y="2148840"/>
            <a:ext cx="1097280" cy="256032"/>
          </a:xfrm>
          <a:prstGeom prst="rect">
            <a:avLst/>
          </a:prstGeom>
          <a:solidFill>
            <a:srgbClr val="963C32"/>
          </a:solidFill>
          <a:ln w="1016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>
                <a:solidFill>
                  <a:srgbClr val="FFFFFF"/>
                </a:solidFill>
              </a:rPr>
              <a:t>L1 Cache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569464"/>
            <a:ext cx="1097280" cy="914400"/>
          </a:xfrm>
          <a:prstGeom prst="rect">
            <a:avLst/>
          </a:prstGeom>
          <a:solidFill>
            <a:srgbClr val="287896"/>
          </a:solidFill>
          <a:ln w="1524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0" dirty="0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2569464"/>
            <a:ext cx="502920" cy="914400"/>
          </a:xfrm>
          <a:prstGeom prst="rect">
            <a:avLst/>
          </a:prstGeom>
          <a:solidFill>
            <a:srgbClr val="503C78"/>
          </a:solidFill>
          <a:ln w="1524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 dirty="0">
                <a:solidFill>
                  <a:srgbClr val="FFFFFF"/>
                </a:solidFill>
              </a:rPr>
              <a:t>Con
</a:t>
            </a:r>
            <a:r>
              <a:rPr sz="1400" b="0" dirty="0" err="1">
                <a:solidFill>
                  <a:srgbClr val="FFFFFF"/>
                </a:solidFill>
              </a:rPr>
              <a:t>trol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68680" y="3483864"/>
            <a:ext cx="1097280" cy="256032"/>
          </a:xfrm>
          <a:prstGeom prst="rect">
            <a:avLst/>
          </a:prstGeom>
          <a:solidFill>
            <a:srgbClr val="963C32"/>
          </a:solidFill>
          <a:ln w="1016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L1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569464"/>
            <a:ext cx="1097280" cy="914400"/>
          </a:xfrm>
          <a:prstGeom prst="rect">
            <a:avLst/>
          </a:prstGeom>
          <a:solidFill>
            <a:srgbClr val="287896"/>
          </a:solidFill>
          <a:ln w="1524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0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2569464"/>
            <a:ext cx="502920" cy="914400"/>
          </a:xfrm>
          <a:prstGeom prst="rect">
            <a:avLst/>
          </a:prstGeom>
          <a:solidFill>
            <a:srgbClr val="503C78"/>
          </a:solidFill>
          <a:ln w="1524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FFFFFF"/>
                </a:solidFill>
              </a:rPr>
              <a:t>Con
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3483864"/>
            <a:ext cx="1097280" cy="256032"/>
          </a:xfrm>
          <a:prstGeom prst="rect">
            <a:avLst/>
          </a:prstGeom>
          <a:solidFill>
            <a:srgbClr val="963C32"/>
          </a:solidFill>
          <a:ln w="1016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L1 Cache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904487"/>
            <a:ext cx="1600200" cy="301752"/>
          </a:xfrm>
          <a:prstGeom prst="rect">
            <a:avLst/>
          </a:prstGeom>
          <a:solidFill>
            <a:srgbClr val="963C32"/>
          </a:solidFill>
          <a:ln w="1016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>
                <a:solidFill>
                  <a:srgbClr val="FFFFFF"/>
                </a:solidFill>
              </a:rPr>
              <a:t>L2 Cache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3904487"/>
            <a:ext cx="1600200" cy="301752"/>
          </a:xfrm>
          <a:prstGeom prst="rect">
            <a:avLst/>
          </a:prstGeom>
          <a:solidFill>
            <a:srgbClr val="963C32"/>
          </a:solidFill>
          <a:ln w="1016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0">
                <a:solidFill>
                  <a:srgbClr val="FFFFFF"/>
                </a:solidFill>
              </a:rPr>
              <a:t>L2 Cache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334255"/>
            <a:ext cx="3337560" cy="384048"/>
          </a:xfrm>
          <a:prstGeom prst="rect">
            <a:avLst/>
          </a:prstGeom>
          <a:solidFill>
            <a:srgbClr val="963C32"/>
          </a:solidFill>
          <a:ln w="1016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0">
                <a:solidFill>
                  <a:srgbClr val="FFFFFF"/>
                </a:solidFill>
              </a:rPr>
              <a:t>L3 Cache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882895"/>
            <a:ext cx="3337560" cy="548640"/>
          </a:xfrm>
          <a:prstGeom prst="rect">
            <a:avLst/>
          </a:prstGeom>
          <a:solidFill>
            <a:srgbClr val="3C643C"/>
          </a:solidFill>
          <a:ln w="10160">
            <a:solidFill>
              <a:srgbClr val="3C6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417320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98664" y="1417320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65008" y="1417320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31352" y="1417320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7696" y="1417320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64040" y="1417320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30384" y="1417320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396728" y="1417320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863072" y="1417320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32320" y="1883664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98664" y="1883664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65008" y="1883664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531352" y="1883664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97696" y="1883664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464040" y="1883664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930384" y="1883664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396728" y="1883664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863072" y="1883664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132320" y="2350008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98664" y="2350008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65008" y="2350008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531352" y="2350008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997696" y="2350008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464040" y="2350008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930384" y="2350008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396728" y="2350008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863072" y="2350008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132320" y="2816352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598664" y="2816352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65008" y="2816352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531352" y="2816352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997696" y="2816352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464040" y="2816352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930384" y="2816352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396728" y="2816352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863072" y="2816352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132320" y="3282696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598664" y="3282696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65008" y="3282696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531352" y="3282696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997696" y="3282696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64040" y="3282696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930384" y="3282696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396728" y="3282696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863072" y="3282696"/>
            <a:ext cx="411480" cy="411480"/>
          </a:xfrm>
          <a:prstGeom prst="rect">
            <a:avLst/>
          </a:prstGeom>
          <a:solidFill>
            <a:srgbClr val="287896"/>
          </a:solidFill>
          <a:ln w="12700">
            <a:solidFill>
              <a:srgbClr val="7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629400" y="1417320"/>
            <a:ext cx="347472" cy="164592"/>
          </a:xfrm>
          <a:prstGeom prst="rect">
            <a:avLst/>
          </a:prstGeom>
          <a:solidFill>
            <a:srgbClr val="503C78"/>
          </a:solidFill>
          <a:ln w="7620">
            <a:solidFill>
              <a:srgbClr val="50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629400" y="1655064"/>
            <a:ext cx="347472" cy="164592"/>
          </a:xfrm>
          <a:prstGeom prst="rect">
            <a:avLst/>
          </a:prstGeom>
          <a:solidFill>
            <a:srgbClr val="963C32"/>
          </a:solidFill>
          <a:ln w="762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629400" y="1892808"/>
            <a:ext cx="347472" cy="164592"/>
          </a:xfrm>
          <a:prstGeom prst="rect">
            <a:avLst/>
          </a:prstGeom>
          <a:solidFill>
            <a:srgbClr val="503C78"/>
          </a:solidFill>
          <a:ln w="7620">
            <a:solidFill>
              <a:srgbClr val="50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629400" y="2130552"/>
            <a:ext cx="347472" cy="164592"/>
          </a:xfrm>
          <a:prstGeom prst="rect">
            <a:avLst/>
          </a:prstGeom>
          <a:solidFill>
            <a:srgbClr val="963C32"/>
          </a:solidFill>
          <a:ln w="762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629400" y="2368296"/>
            <a:ext cx="347472" cy="164592"/>
          </a:xfrm>
          <a:prstGeom prst="rect">
            <a:avLst/>
          </a:prstGeom>
          <a:solidFill>
            <a:srgbClr val="503C78"/>
          </a:solidFill>
          <a:ln w="7620">
            <a:solidFill>
              <a:srgbClr val="50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629400" y="2606040"/>
            <a:ext cx="347472" cy="164592"/>
          </a:xfrm>
          <a:prstGeom prst="rect">
            <a:avLst/>
          </a:prstGeom>
          <a:solidFill>
            <a:srgbClr val="963C32"/>
          </a:solidFill>
          <a:ln w="762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629400" y="2843784"/>
            <a:ext cx="347472" cy="164592"/>
          </a:xfrm>
          <a:prstGeom prst="rect">
            <a:avLst/>
          </a:prstGeom>
          <a:solidFill>
            <a:srgbClr val="503C78"/>
          </a:solidFill>
          <a:ln w="7620">
            <a:solidFill>
              <a:srgbClr val="50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629400" y="3081528"/>
            <a:ext cx="347472" cy="164592"/>
          </a:xfrm>
          <a:prstGeom prst="rect">
            <a:avLst/>
          </a:prstGeom>
          <a:solidFill>
            <a:srgbClr val="963C32"/>
          </a:solidFill>
          <a:ln w="762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629400" y="3319272"/>
            <a:ext cx="347472" cy="164592"/>
          </a:xfrm>
          <a:prstGeom prst="rect">
            <a:avLst/>
          </a:prstGeom>
          <a:solidFill>
            <a:srgbClr val="503C78"/>
          </a:solidFill>
          <a:ln w="7620">
            <a:solidFill>
              <a:srgbClr val="50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629400" y="3557015"/>
            <a:ext cx="347472" cy="164592"/>
          </a:xfrm>
          <a:prstGeom prst="rect">
            <a:avLst/>
          </a:prstGeom>
          <a:solidFill>
            <a:srgbClr val="963C32"/>
          </a:solidFill>
          <a:ln w="762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537960" y="3977639"/>
            <a:ext cx="4645152" cy="457200"/>
          </a:xfrm>
          <a:prstGeom prst="rect">
            <a:avLst/>
          </a:prstGeom>
          <a:solidFill>
            <a:srgbClr val="963C32"/>
          </a:solidFill>
          <a:ln w="10160">
            <a:solidFill>
              <a:srgbClr val="96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800" b="0">
                <a:solidFill>
                  <a:srgbClr val="FFFFFF"/>
                </a:solidFill>
              </a:rPr>
              <a:t>L2 Cache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37960" y="4544568"/>
            <a:ext cx="4645152" cy="548640"/>
          </a:xfrm>
          <a:prstGeom prst="rect">
            <a:avLst/>
          </a:prstGeom>
          <a:solidFill>
            <a:srgbClr val="3C643C"/>
          </a:solidFill>
          <a:ln w="10160">
            <a:solidFill>
              <a:srgbClr val="3C6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209(1)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3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209(2)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9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1209(4)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5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209(5)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ikdörtgen 2"/>
          <p:cNvSpPr/>
          <p:nvPr/>
        </p:nvSpPr>
        <p:spPr>
          <a:xfrm>
            <a:off x="3368842" y="231006"/>
            <a:ext cx="5265019" cy="18095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7200" b="1" dirty="0" smtClean="0"/>
              <a:t>?</a:t>
            </a:r>
            <a:endParaRPr lang="tr-TR" sz="7200" b="1" dirty="0"/>
          </a:p>
        </p:txBody>
      </p:sp>
    </p:spTree>
    <p:extLst>
      <p:ext uri="{BB962C8B-B14F-4D97-AF65-F5344CB8AC3E}">
        <p14:creationId xmlns:p14="http://schemas.microsoft.com/office/powerpoint/2010/main" val="116840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" repeatCount="indefinite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31</Words>
  <Application>Microsoft Office PowerPoint</Application>
  <PresentationFormat>Geniş ekran</PresentationFormat>
  <Paragraphs>23</Paragraphs>
  <Slides>5</Slides>
  <Notes>2</Notes>
  <HiddenSlides>0</HiddenSlides>
  <MMClips>4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Melikşah SAGUN</cp:lastModifiedBy>
  <cp:revision>8</cp:revision>
  <dcterms:created xsi:type="dcterms:W3CDTF">2013-01-27T09:14:16Z</dcterms:created>
  <dcterms:modified xsi:type="dcterms:W3CDTF">2025-12-09T13:20:10Z</dcterms:modified>
  <cp:category/>
</cp:coreProperties>
</file>