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60cba4668c267ede8b6e5d5fd228f8e19390b88515262d587569dfdd21ee56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7316409f551f71701b469e1ec7d27da3d0f51a7f5574b472fff71b98907640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d0ab57d6d145077a98ea7c950f15a9fdbdfe2f0e1af7310477991771a6f74a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b063a4e6db5c615052609226bb8496121affe0a87f4dc95705ec83790b9c07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292452b0ad9b1254ce19af3cfa53b232c1a781044d7ae2b78514fa48a8cc56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