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8bce8c418a3c5cb443a5575fdd80b66f5232aa3cbd8b00ab0c90ae84a6634f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70f4c5c67b66b4b1be8fc6e7102655ade14775b169861fa7ae3f0dd2465747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89e0c50f0deff31ef0b1d43b465e9a7a791001e9e3781bf2fe81210d693a90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8d8366884d208c6379075ea2c9571405db6da34b14a02c3932b7875785ddca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f67c57d034ce862f89569902144d8e110d122ba3f57a65d9e49ba0a68ebccd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dfb5f542ff950e6f2a09e31f40edef6c7e84e3733bddf1df055f9a6ba8b2ae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508f356c7023f59b08898c3b2525208180eb5cad759d15e4b5cc6e15b0cbd52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384102ebbf1549bfd6f16c1223c0c9ecf9c0a71e472d343b33d77619fdeacc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