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b07d4e22805ac8f90376446998a29bc9bf24a89780f0c5ef7c0dafa2f69d48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1c7d28dad5cc69bd82b116da5d387ebddd3f42d845b3dc1abff56a34b39ff6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450aac00606db1d5f8d2319d1755908c538e631b2e47a30c107742ba8a7ef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56037924d7f6b9f49859f48903f3152c60137f7f2ef7628e11e2f3599984f8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0a9fb2dace3e14cb0dbc8e8dafb4e229231762aeb79360cbad751db9f6c1bb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8fbe00af44029daacca6a158bf8c0b6a760f93f59ac46655eb63578345399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