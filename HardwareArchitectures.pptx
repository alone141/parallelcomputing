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p4"/><Relationship Id="rId3" Type="http://schemas.openxmlformats.org/officeDocument/2006/relationships/video" Target="../media/media3.mp4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4.mp4"/><Relationship Id="rId3" Type="http://schemas.openxmlformats.org/officeDocument/2006/relationships/video" Target="../media/media4.mp4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5.mp4"/><Relationship Id="rId3" Type="http://schemas.openxmlformats.org/officeDocument/2006/relationships/video" Target="../media/media5.mp4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6.mp4"/><Relationship Id="rId3" Type="http://schemas.openxmlformats.org/officeDocument/2006/relationships/video" Target="../media/media6.mp4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7.mp4"/><Relationship Id="rId3" Type="http://schemas.openxmlformats.org/officeDocument/2006/relationships/video" Target="../media/media7.mp4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9493be07106d716551b8b7a7c25a8e5b0db2cb5ea4eae2c1b40e74ffe0a7fed7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447c03914a51367d41bb42245b39abe1b57407706ec45ff360ff35898a3dea37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53e32d8810a3c1db46abf6d24e108eddaf99f0c4d377616e4d8b68aabbcf8367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530a204c62a38bee778dcd49ecb4a16e6c0b18dadcfa3d52a82cf51608b1b0f0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1539d3f5ef37d2a197d9a4988f21d0717da3383d92b932cea08110ead85f078b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86aee09d2b400ef1fc3740bbb9790dc6505d7aa447da75c51f6c39a0d9f0dce0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9c633e9847fc266183b97a478fc8cfd9ff42b6d76b9915a29fca6384b0a45e9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