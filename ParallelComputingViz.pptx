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e20acddc1d9d6caf8c418addbf2240032851ba19f158bbfd7acf0e55f68511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79e3f6a2655cad1e9c23e80055d4c3b9d79c82fc4bb756e460b2ad2b825326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fbff7ac224b55b00e0ce12a53c206fbd4296c11b85d787332732aba4dd5c3a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0ec12075973a00dc9ace603d25937355bc37671933b6a8d1d98c0eba766d50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5cae6c1281c85394d5173357686e3048018962c049dac682dff5765362d306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64726228120416ddb7c057c80740bd102bfe2ceda3db0943c316eec38535b3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