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34198f393f979ba3bedf067d20b3fc81f132279d6d536fe0c115da9e0f8569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8318558eb04f6cca17ed3b9d46f2076a537037e6f0b3010624e286fe566b87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097c5fcb889cc8978f2ce95ce350e41f2b03896f80c15fc4df4422d8188ebe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687a113a26bf9426379b4132541533bd54a4c539f6b01ec29dc540c70df83c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ef946086967f55079c6eafcba7485b28953a9632b32cfa3d127ded76c7c5fc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50076841adc2ecaec9f3b042773d12e44e3f0c6322d1af379e7a32e7933a6a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e6ceaf29a13b53c050ba8ab84f01f1d5153767d25a306ca5488df6f7c2f5c8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