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1.mp4"/><Relationship Id="rId3" Type="http://schemas.openxmlformats.org/officeDocument/2006/relationships/video" Target="../media/media1.mp4"/><Relationship Id="rId4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2.mp4"/><Relationship Id="rId3" Type="http://schemas.openxmlformats.org/officeDocument/2006/relationships/video" Target="../media/media2.mp4"/><Relationship Id="rId4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3.mp4"/><Relationship Id="rId3" Type="http://schemas.openxmlformats.org/officeDocument/2006/relationships/video" Target="../media/media3.mp4"/><Relationship Id="rId4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4.mp4"/><Relationship Id="rId3" Type="http://schemas.openxmlformats.org/officeDocument/2006/relationships/video" Target="../media/media4.mp4"/><Relationship Id="rId4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5.mp4"/><Relationship Id="rId3" Type="http://schemas.openxmlformats.org/officeDocument/2006/relationships/video" Target="../media/media5.mp4"/><Relationship Id="rId4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6.mp4"/><Relationship Id="rId3" Type="http://schemas.openxmlformats.org/officeDocument/2006/relationships/video" Target="../media/media6.mp4"/><Relationship Id="rId4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7.mp4"/><Relationship Id="rId3" Type="http://schemas.openxmlformats.org/officeDocument/2006/relationships/video" Target="../media/media7.mp4"/><Relationship Id="rId4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8.mp4"/><Relationship Id="rId3" Type="http://schemas.openxmlformats.org/officeDocument/2006/relationships/video" Target="../media/media8.mp4"/><Relationship Id="rId4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eb27d031f8b7b29951f0853870e40bc3c33d50bdd9e25708053b8d6e8a1e26a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0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4ecb1852c46be954efb519acb18e867bb6a7e51b202c400a6fe68fe1a4177d2c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0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de580cfebb9a160dd7d1f002184e90a9418ca3b34303582099f1e3fd21e16c51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0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cd7e89f5792435c2cc76b0f1ce4f48a7d764be2b41a9d3f78b16fb40f2060b4a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0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c10f48709d5c9ec412797797f7841a3551cac3f40e5a6991e160d4cd98b7b61f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0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ec38eaa4e971c058cb206d1365ddefb7db102f8f90c8ffc67d98be4a9329dd5f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0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5884e8f965d2ef400c967383194d154e265b21e5175534cef292ca568f287f8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0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48984ecbb3e04773f8b3f6c956d0776e4847cd56dc6c2a5554c63b0df39fbca3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0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